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Face-Based Attendance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Webcam, face encoding, rules, SQLite, reports. Everything runs locally.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| Streamlit | OpenCV | dlib | SQLite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005840"/>
            <a:ext cx="2286000" cy="3017520"/>
          </a:xfrm>
          <a:prstGeom prst="ellipse">
            <a:avLst/>
          </a:prstGeom>
          <a:solidFill>
            <a:srgbClr val="1B6272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21424" y="2020824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18704" y="2020824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70064" y="2660904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58584" y="3163824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1544" y="3163824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scan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captures a photo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5960" y="2240280"/>
            <a:ext cx="155448" cy="0"/>
          </a:xfrm>
          <a:prstGeom prst="line">
            <a:avLst/>
          </a:prstGeom>
          <a:noFill/>
          <a:ln w="25400">
            <a:solidFill>
              <a:srgbClr val="1F2A3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8840" y="14630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1031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sharp, one face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2240280"/>
            <a:ext cx="155448" cy="0"/>
          </a:xfrm>
          <a:prstGeom prst="line">
            <a:avLst/>
          </a:prstGeom>
          <a:noFill/>
          <a:ln w="25400">
            <a:solidFill>
              <a:srgbClr val="1F2A3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14630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1031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makes 128 numbers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49240" y="2240280"/>
            <a:ext cx="155448" cy="0"/>
          </a:xfrm>
          <a:prstGeom prst="line">
            <a:avLst/>
          </a:prstGeom>
          <a:noFill/>
          <a:ln w="25400">
            <a:solidFill>
              <a:srgbClr val="1F2A3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32120" y="14630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3212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1031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late, duplicate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2240280"/>
            <a:ext cx="155448" cy="0"/>
          </a:xfrm>
          <a:prstGeom prst="line">
            <a:avLst/>
          </a:prstGeom>
          <a:noFill/>
          <a:ln w="25400">
            <a:solidFill>
              <a:srgbClr val="1F2A3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23760" y="146304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031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goes to SQLite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stores 3 to 5 face encodings per person. Attendance compares a new encoding against every stored one and keeps the closest.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659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written in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9659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and webcam capture, all in 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9659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photos, checks blur and light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dlib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659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faces and makes 128-number encodings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657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compares encodings as arrays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30632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9748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3657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One-file database with real transactions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657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tables, counts, CSV export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30632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pytest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657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automated tests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job per module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pages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03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vision, rules, reports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926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db.py: the only SQL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DDE3E6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749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file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2801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 </a:t>
            </a:r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 and paths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7556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validation.py  </a:t>
            </a:r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quality, one face, form checks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23113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vision.py  </a:t>
            </a:r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encode, find closest match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70662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rules.py  </a:t>
            </a:r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threshold, duplicate, Present or Late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18211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  </a:t>
            </a:r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BLOBs, friendly errors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65760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reports.py  </a:t>
            </a:r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summaries, Absent list, CSV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413308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  </a:t>
            </a:r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input, show results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and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per face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pre-trained network maps a face to a point in 128-dimensional space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threshold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606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up to 0.5 is a match. Stricter than the 0.6 library default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window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606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person, same session: no second record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8016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9:15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cutoff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606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start plus 15 minutes grace, then Late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order: Unknown, then Duplicate, then Present or Late. The closest stored sample wins.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privacy and testing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student number, name, section, consent date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face_encodings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5 BLOBs of 1024 bytes per person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8F3F1"/>
          </a:solidFill>
          <a:ln w="12700">
            <a:solidFill>
              <a:srgbClr val="E8F3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time, Present or Late, distance, session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6916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required and dated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encodings stored, never photos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my data removes everything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Act (RA 10173) applies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749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automated pytest tests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Throwaway database, real data untouched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1B6272"/>
          </a:solidFill>
          <a:ln w="12700">
            <a:solidFill>
              <a:srgbClr val="1B627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liveness check: a printed photo can fool 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on the app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is not encrypted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detector is weak on side-on faces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1B6272"/>
          </a:solidFill>
          <a:ln w="12700">
            <a:solidFill>
              <a:srgbClr val="1B62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Blink-based liveness check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start from a timetable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Face-Based Attendance System</dc:title>
  <dc:subject>PptxGenJS Presentation</dc:subject>
  <dc:creator>PptxGenJS</dc:creator>
  <cp:lastModifiedBy>PptxGenJS</cp:lastModifiedBy>
  <cp:revision>1</cp:revision>
  <dcterms:created xsi:type="dcterms:W3CDTF">2026-10-16T07:49:27Z</dcterms:created>
  <dcterms:modified xsi:type="dcterms:W3CDTF">2026-10-16T07:49:27Z</dcterms:modified>
</cp:coreProperties>
</file>